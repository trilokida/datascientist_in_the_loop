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77B4"/>
                </a:solidFill>
              </a:defRPr>
            </a:pPr>
            <a:r>
              <a:t>EDA Pipeline with Agentic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/>
            </a:pPr>
            <a:r>
              <a:rPr dirty="0"/>
              <a:t>Intelligent</a:t>
            </a:r>
            <a:r>
              <a:rPr lang="en-IN" dirty="0"/>
              <a:t> </a:t>
            </a:r>
            <a:r>
              <a:rPr dirty="0"/>
              <a:t>Exploratory Data Analysis</a:t>
            </a:r>
            <a:r>
              <a:rPr lang="en-IN" dirty="0"/>
              <a:t> pipeline powered by </a:t>
            </a:r>
            <a:r>
              <a:rPr lang="en-IN" dirty="0" err="1"/>
              <a:t>LangGraph</a:t>
            </a:r>
            <a:r>
              <a:rPr lang="en-IN" dirty="0"/>
              <a:t> and open-source tools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Project Overview</a:t>
            </a:r>
          </a:p>
          <a:p>
            <a:pPr>
              <a:defRPr sz="2200"/>
            </a:pPr>
            <a:r>
              <a:rPr dirty="0"/>
              <a:t>Key Features</a:t>
            </a:r>
          </a:p>
          <a:p>
            <a:pPr>
              <a:defRPr sz="2200"/>
            </a:pPr>
            <a:r>
              <a:rPr dirty="0"/>
              <a:t>Architecture &amp; Tech Stack</a:t>
            </a:r>
          </a:p>
          <a:p>
            <a:pPr>
              <a:defRPr sz="2200"/>
            </a:pPr>
            <a:r>
              <a:rPr dirty="0"/>
              <a:t>6 Specialized Agents</a:t>
            </a:r>
          </a:p>
          <a:p>
            <a:pPr>
              <a:defRPr sz="2200"/>
            </a:pPr>
            <a:r>
              <a:rPr dirty="0"/>
              <a:t>Human-in-the-Loop Approval Gates</a:t>
            </a:r>
          </a:p>
          <a:p>
            <a:pPr>
              <a:defRPr sz="2200"/>
            </a:pPr>
            <a:r>
              <a:rPr dirty="0"/>
              <a:t>Transformation &amp; Export Capabilities</a:t>
            </a:r>
          </a:p>
          <a:p>
            <a:pPr>
              <a:defRPr sz="2200"/>
            </a:pPr>
            <a:r>
              <a:rPr dirty="0"/>
              <a:t>Demo &amp; Use Cases</a:t>
            </a:r>
          </a:p>
          <a:p>
            <a:pPr>
              <a:defRPr sz="2200"/>
            </a:pPr>
            <a:r>
              <a:rPr dirty="0"/>
              <a:t>Future Roadmap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 b="1"/>
            </a:pPr>
            <a:r>
              <a:rPr dirty="0"/>
              <a:t>What is EDA Pipeline?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An intelligent, production-ready EDA pipeline powered by AI agents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Automated exploratory data analysis with explainable AI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Complete suite of 6 specialized agents for comprehensive analysis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Interactive </a:t>
            </a:r>
            <a:r>
              <a:rPr dirty="0" err="1"/>
              <a:t>Streamlit</a:t>
            </a:r>
            <a:r>
              <a:rPr dirty="0"/>
              <a:t> UI with real-time progress tracking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Supports CSV and Excel files (.xlsx, .</a:t>
            </a:r>
            <a:r>
              <a:rPr dirty="0" err="1"/>
              <a:t>xls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Hybrid scaling: handles small to large datasets intelligently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Human-in-the-loop workflow with approval gates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Export capabilities: HTML reports, JSON data, transformed 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Key Feature</a:t>
            </a:r>
            <a:r>
              <a:rPr lang="en-IN" dirty="0"/>
              <a:t>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rPr dirty="0"/>
              <a:t>Excel</a:t>
            </a:r>
            <a:r>
              <a:rPr lang="en-IN" dirty="0"/>
              <a:t> and CSV</a:t>
            </a:r>
            <a:r>
              <a:rPr dirty="0"/>
              <a:t> File Support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Support for .xlsx and .</a:t>
            </a:r>
            <a:r>
              <a:rPr dirty="0" err="1"/>
              <a:t>xls</a:t>
            </a:r>
            <a:r>
              <a:rPr dirty="0"/>
              <a:t> files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Automatic detection and loading of first sheet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Seamless integration with all agents</a:t>
            </a:r>
          </a:p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rPr dirty="0"/>
              <a:t>Human-in-the-Loop Approval Gates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Review and approve each agent before proceeding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4 decision options: Approve, Retry, Skip, Stop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Complete decision history tracking</a:t>
            </a:r>
          </a:p>
          <a:p>
            <a:pPr>
              <a:spcAft>
                <a:spcPts val="800"/>
              </a:spcAft>
              <a:defRPr sz="2000" b="1">
                <a:solidFill>
                  <a:srgbClr val="1F77B4"/>
                </a:solidFill>
              </a:defRPr>
            </a:pPr>
            <a:r>
              <a:rPr dirty="0"/>
              <a:t>Multi-Transformation Selection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Select and apply multiple transformations at once</a:t>
            </a:r>
          </a:p>
          <a:p>
            <a:pPr lvl="1">
              <a:spcAft>
                <a:spcPts val="400"/>
              </a:spcAft>
              <a:defRPr sz="1600"/>
            </a:pPr>
            <a:r>
              <a:rPr dirty="0"/>
              <a:t>Preview combined effects before applying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Export transformed CSV for downstream use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1A01DC6-825F-F589-E657-03A2C118AF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02776" y="1417638"/>
            <a:ext cx="7138447" cy="534261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 Specialized Agents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ProfileAgent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Dataset profiling, structure, column types, basic statistics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QualityAgent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Data quality assessment, missing values, duplicates, outliers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TransformAgent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Data cleaning, imputation, encoding, scaling, transformations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VisualizationAgent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Automatic chart generation, distributions, correlations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FeatureAgent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Feature importance, correlation analysis, engineering suggestions</a:t>
            </a:r>
          </a:p>
          <a:p>
            <a:pPr>
              <a:spcAft>
                <a:spcPts val="400"/>
              </a:spcAft>
              <a:defRPr sz="2000" b="1">
                <a:solidFill>
                  <a:srgbClr val="1F77B4"/>
                </a:solidFill>
              </a:defRPr>
            </a:pPr>
            <a:r>
              <a:rPr dirty="0" err="1"/>
              <a:t>StatAgent</a:t>
            </a:r>
            <a:endParaRPr dirty="0"/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Statistical testing, normality tests, hypothesis testing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ProfileAgent - Dataset Profiling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Capabilities:</a:t>
            </a:r>
          </a:p>
          <a:p>
            <a:pPr>
              <a:defRPr sz="1800"/>
            </a:pPr>
            <a:r>
              <a:rPr dirty="0"/>
              <a:t>Dataset shape and structure analysis</a:t>
            </a:r>
          </a:p>
          <a:p>
            <a:pPr>
              <a:defRPr sz="1800"/>
            </a:pPr>
            <a:r>
              <a:rPr dirty="0"/>
              <a:t>Column type detection (numeric, categorical, datetime)</a:t>
            </a:r>
          </a:p>
          <a:p>
            <a:pPr>
              <a:defRPr sz="1800"/>
            </a:pPr>
            <a:r>
              <a:rPr dirty="0"/>
              <a:t>Memory usage analysis</a:t>
            </a:r>
          </a:p>
          <a:p>
            <a:pPr>
              <a:defRPr sz="1800"/>
            </a:pPr>
            <a:r>
              <a:rPr dirty="0"/>
              <a:t>Basic statistics per column (mean, median, std, min, max)</a:t>
            </a:r>
          </a:p>
          <a:p>
            <a:pPr>
              <a:defRPr sz="1800"/>
            </a:pPr>
            <a:r>
              <a:rPr dirty="0"/>
              <a:t>Cardinality analysis</a:t>
            </a:r>
          </a:p>
          <a:p>
            <a:pPr>
              <a:defRPr sz="1800"/>
            </a:pPr>
            <a:r>
              <a:rPr dirty="0"/>
              <a:t>Missing value detection</a:t>
            </a:r>
          </a:p>
          <a:p>
            <a:pPr>
              <a:defRPr sz="1800"/>
            </a:pPr>
            <a:r>
              <a:rPr dirty="0"/>
              <a:t>Issue identification (high missing, high/low cardinality)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QualityAgent - Data Quality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Features:</a:t>
            </a:r>
          </a:p>
          <a:p>
            <a:pPr>
              <a:defRPr sz="1800"/>
            </a:pPr>
            <a:r>
              <a:rPr dirty="0"/>
              <a:t>Missing value detection and pattern analysis</a:t>
            </a:r>
          </a:p>
          <a:p>
            <a:pPr>
              <a:defRPr sz="1800"/>
            </a:pPr>
            <a:r>
              <a:rPr dirty="0"/>
              <a:t>Duplicate row identification</a:t>
            </a:r>
          </a:p>
          <a:p>
            <a:pPr>
              <a:defRPr sz="1800"/>
            </a:pPr>
            <a:r>
              <a:rPr dirty="0"/>
              <a:t>Outlier detection using IQR method</a:t>
            </a:r>
          </a:p>
          <a:p>
            <a:pPr>
              <a:defRPr sz="1800"/>
            </a:pPr>
            <a:r>
              <a:rPr dirty="0"/>
              <a:t>Data quality scoring</a:t>
            </a:r>
          </a:p>
          <a:p>
            <a:pPr>
              <a:defRPr sz="1800"/>
            </a:pPr>
            <a:r>
              <a:rPr dirty="0"/>
              <a:t>Interactive visualizations:</a:t>
            </a:r>
          </a:p>
          <a:p>
            <a:pPr>
              <a:defRPr sz="1800"/>
            </a:pPr>
            <a:r>
              <a:rPr dirty="0"/>
              <a:t>  • Missing value heatmaps</a:t>
            </a:r>
          </a:p>
          <a:p>
            <a:pPr>
              <a:defRPr sz="1800"/>
            </a:pPr>
            <a:r>
              <a:rPr dirty="0"/>
              <a:t>  • Outlier detection box plots</a:t>
            </a:r>
          </a:p>
          <a:p>
            <a:pPr>
              <a:defRPr sz="1800"/>
            </a:pPr>
            <a:r>
              <a:rPr dirty="0"/>
              <a:t>  • Duplicate analysis gauge charts</a:t>
            </a:r>
          </a:p>
          <a:p>
            <a:pPr>
              <a:defRPr sz="1800"/>
            </a:pPr>
            <a:r>
              <a:rPr dirty="0"/>
              <a:t>Data type inconsistency detection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TransformAgent -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Transformation Types:</a:t>
            </a:r>
          </a:p>
          <a:p>
            <a:pPr>
              <a:defRPr sz="1600"/>
            </a:pPr>
            <a:r>
              <a:rPr dirty="0"/>
              <a:t>Missing value handling (drop, impute median/mode/constant)</a:t>
            </a:r>
          </a:p>
          <a:p>
            <a:pPr>
              <a:defRPr sz="1600"/>
            </a:pPr>
            <a:r>
              <a:rPr dirty="0"/>
              <a:t>Outlier handling (capping, removal)</a:t>
            </a:r>
          </a:p>
          <a:p>
            <a:pPr>
              <a:defRPr sz="1600"/>
            </a:pPr>
            <a:r>
              <a:rPr dirty="0"/>
              <a:t>Categorical encoding (one-hot, label encoding)</a:t>
            </a:r>
          </a:p>
          <a:p>
            <a:pPr>
              <a:defRPr sz="1600"/>
            </a:pPr>
            <a:r>
              <a:rPr dirty="0"/>
              <a:t>Numeric scaling (standard, min-max)</a:t>
            </a:r>
          </a:p>
          <a:p>
            <a:pPr>
              <a:defRPr sz="1600"/>
            </a:pPr>
            <a:r>
              <a:rPr dirty="0"/>
              <a:t>Data type conversions</a:t>
            </a:r>
          </a:p>
          <a:p>
            <a:pPr>
              <a:defRPr sz="1600"/>
            </a:pPr>
            <a:r>
              <a:rPr dirty="0"/>
              <a:t>Deduplication</a:t>
            </a:r>
          </a:p>
          <a:p>
            <a:pPr>
              <a:defRPr sz="1600"/>
            </a:pPr>
            <a:r>
              <a:rPr dirty="0"/>
              <a:t>Cardinality reduction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NEW Features:</a:t>
            </a:r>
          </a:p>
          <a:p>
            <a:pPr>
              <a:defRPr sz="1600"/>
            </a:pPr>
            <a:r>
              <a:rPr dirty="0"/>
              <a:t>✓ Multi-transformation selection</a:t>
            </a:r>
          </a:p>
          <a:p>
            <a:pPr>
              <a:defRPr sz="1600"/>
            </a:pPr>
            <a:r>
              <a:rPr dirty="0"/>
              <a:t>✓ Before/after comparison preview</a:t>
            </a:r>
          </a:p>
          <a:p>
            <a:pPr>
              <a:defRPr sz="1600"/>
            </a:pPr>
            <a:r>
              <a:rPr dirty="0"/>
              <a:t>✓ Apply to full dataset with progress tracking</a:t>
            </a:r>
          </a:p>
          <a:p>
            <a:pPr>
              <a:defRPr sz="1600"/>
            </a:pPr>
            <a:r>
              <a:rPr dirty="0"/>
              <a:t>✓ Export transformed CSV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Human-in-the-Loop Approval Gates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defRPr sz="2200" b="1"/>
            </a:pPr>
            <a:r>
              <a:rPr dirty="0"/>
              <a:t>What are Approval Gates?</a:t>
            </a:r>
          </a:p>
          <a:p>
            <a:pPr>
              <a:defRPr sz="1600"/>
            </a:pPr>
            <a:r>
              <a:rPr dirty="0"/>
              <a:t>Pause workflow after each agent for human review</a:t>
            </a:r>
          </a:p>
          <a:p>
            <a:pPr>
              <a:defRPr sz="1600"/>
            </a:pPr>
            <a:r>
              <a:rPr dirty="0"/>
              <a:t>Review confidence scores, issues found, and recommendations</a:t>
            </a:r>
          </a:p>
          <a:p>
            <a:pPr>
              <a:defRPr sz="1600"/>
            </a:pPr>
            <a:r>
              <a:rPr dirty="0"/>
              <a:t>Make informed decisions before proceeding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4 Decision Options:</a:t>
            </a:r>
          </a:p>
          <a:p>
            <a:pPr>
              <a:defRPr sz="1600"/>
            </a:pPr>
            <a:r>
              <a:rPr dirty="0"/>
              <a:t>  ✅ Approve - Continue to next agent</a:t>
            </a:r>
          </a:p>
          <a:p>
            <a:pPr>
              <a:defRPr sz="1600"/>
            </a:pPr>
            <a:r>
              <a:rPr dirty="0"/>
              <a:t>  🔄 Retry - Re-run current agent</a:t>
            </a:r>
          </a:p>
          <a:p>
            <a:pPr>
              <a:defRPr sz="1600"/>
            </a:pPr>
            <a:r>
              <a:rPr dirty="0"/>
              <a:t>  ⏩ Skip - Move to next agent without applying changes</a:t>
            </a:r>
          </a:p>
          <a:p>
            <a:pPr>
              <a:defRPr sz="1600"/>
            </a:pPr>
            <a:r>
              <a:rPr dirty="0"/>
              <a:t>  ⏹️ Stop - End workflow immediately</a:t>
            </a:r>
          </a:p>
          <a:p>
            <a:pPr>
              <a:defRPr sz="1600"/>
            </a:pPr>
            <a:endParaRPr dirty="0"/>
          </a:p>
          <a:p>
            <a:pPr>
              <a:defRPr sz="1600"/>
            </a:pPr>
            <a:r>
              <a:rPr dirty="0"/>
              <a:t>Benefits:</a:t>
            </a:r>
          </a:p>
          <a:p>
            <a:pPr>
              <a:defRPr sz="1600"/>
            </a:pPr>
            <a:r>
              <a:rPr dirty="0"/>
              <a:t>• Critical analysis control</a:t>
            </a:r>
          </a:p>
          <a:p>
            <a:pPr>
              <a:defRPr sz="1600"/>
            </a:pPr>
            <a:r>
              <a:rPr dirty="0"/>
              <a:t>• Compliance and auditability</a:t>
            </a:r>
          </a:p>
          <a:p>
            <a:pPr>
              <a:defRPr sz="1600"/>
            </a:pPr>
            <a:r>
              <a:rPr dirty="0"/>
              <a:t>• Learning and understanding workflow</a:t>
            </a:r>
          </a:p>
          <a:p>
            <a:pPr>
              <a:defRPr sz="1600"/>
            </a:pPr>
            <a:r>
              <a:rPr dirty="0"/>
              <a:t>• Complete decision history tracking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Available Workflows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>
                <a:solidFill>
                  <a:srgbClr val="1F77B4"/>
                </a:solidFill>
              </a:defRPr>
            </a:pPr>
            <a:r>
              <a:rPr dirty="0"/>
              <a:t>Quick Analysis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All 6 agents, comprehensive overview, ~5-10 minutes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rPr dirty="0"/>
              <a:t>Deep Dive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5 agents (no transform), thorough quality assessment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rPr dirty="0"/>
              <a:t>ML Preparation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4 agents focused on ML readiness (Profile, Quality, Feature, Transform)</a:t>
            </a:r>
          </a:p>
          <a:p>
            <a:pPr>
              <a:defRPr sz="2200" b="1">
                <a:solidFill>
                  <a:srgbClr val="1F77B4"/>
                </a:solidFill>
              </a:defRPr>
            </a:pPr>
            <a:r>
              <a:rPr dirty="0"/>
              <a:t>Individual Agent</a:t>
            </a:r>
          </a:p>
          <a:p>
            <a:pPr lvl="1">
              <a:spcAft>
                <a:spcPts val="1200"/>
              </a:spcAft>
              <a:defRPr sz="1600"/>
            </a:pPr>
            <a:r>
              <a:rPr dirty="0"/>
              <a:t>Run any single agent on-demand for specific questions</a:t>
            </a:r>
          </a:p>
          <a:p>
            <a:pPr>
              <a:defRPr sz="1800" i="1"/>
            </a:pPr>
            <a:r>
              <a:rPr dirty="0"/>
              <a:t>All workflows available WITH or WITHOUT approval gates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rPr dirty="0"/>
              <a:t>Orchestration: </a:t>
            </a:r>
            <a:r>
              <a:rPr dirty="0" err="1"/>
              <a:t>LangGraph</a:t>
            </a:r>
            <a:r>
              <a:rPr dirty="0"/>
              <a:t> - State machine workflow management</a:t>
            </a:r>
          </a:p>
          <a:p>
            <a:pPr>
              <a:defRPr sz="1800"/>
            </a:pPr>
            <a:r>
              <a:rPr dirty="0"/>
              <a:t>LLM: </a:t>
            </a:r>
            <a:r>
              <a:rPr dirty="0" err="1"/>
              <a:t>Groq</a:t>
            </a:r>
            <a:r>
              <a:rPr dirty="0"/>
              <a:t> (Llama 3.1) - Fast LLM inference</a:t>
            </a:r>
          </a:p>
          <a:p>
            <a:pPr>
              <a:defRPr sz="1800"/>
            </a:pPr>
            <a:r>
              <a:rPr dirty="0"/>
              <a:t>UI: </a:t>
            </a:r>
            <a:r>
              <a:rPr dirty="0" err="1"/>
              <a:t>Streamlit</a:t>
            </a:r>
            <a:r>
              <a:rPr dirty="0"/>
              <a:t> - Interactive web interface</a:t>
            </a:r>
          </a:p>
          <a:p>
            <a:pPr>
              <a:defRPr sz="1800"/>
            </a:pPr>
            <a:r>
              <a:rPr dirty="0"/>
              <a:t>Data Processing: Pandas, </a:t>
            </a:r>
            <a:r>
              <a:rPr dirty="0" err="1"/>
              <a:t>DuckDB</a:t>
            </a:r>
            <a:r>
              <a:rPr dirty="0"/>
              <a:t> - In-memory and large dataset handling</a:t>
            </a:r>
          </a:p>
          <a:p>
            <a:pPr>
              <a:defRPr sz="1800"/>
            </a:pPr>
            <a:r>
              <a:rPr dirty="0"/>
              <a:t>Visualization: Plotly, Seaborn, Matplotlib - Interactive charts</a:t>
            </a:r>
          </a:p>
          <a:p>
            <a:pPr>
              <a:defRPr sz="1800"/>
            </a:pPr>
            <a:r>
              <a:rPr dirty="0"/>
              <a:t>Statistics: SciPy, </a:t>
            </a:r>
            <a:r>
              <a:rPr dirty="0" err="1"/>
              <a:t>Statsmodels</a:t>
            </a:r>
            <a:r>
              <a:rPr dirty="0"/>
              <a:t>, Scikit-learn - ML prep</a:t>
            </a:r>
          </a:p>
          <a:p>
            <a:pPr>
              <a:defRPr sz="1800"/>
            </a:pPr>
            <a:r>
              <a:rPr dirty="0"/>
              <a:t>Persistence: SQLite - State checkpointing</a:t>
            </a:r>
          </a:p>
          <a:p>
            <a:pPr>
              <a:defRPr sz="1800"/>
            </a:pPr>
            <a:r>
              <a:rPr dirty="0"/>
              <a:t>File Support: </a:t>
            </a:r>
            <a:r>
              <a:rPr dirty="0" err="1"/>
              <a:t>openpyxl</a:t>
            </a:r>
            <a:r>
              <a:rPr dirty="0"/>
              <a:t> - Excel file reading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Export Capabilities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Multiple Export Formats:</a:t>
            </a:r>
          </a:p>
          <a:p>
            <a:pPr>
              <a:defRPr sz="1800"/>
            </a:pPr>
            <a:r>
              <a:rPr dirty="0"/>
              <a:t>📄 HTML Reports - Beautiful, interactive reports with embedded visualizations</a:t>
            </a:r>
          </a:p>
          <a:p>
            <a:pPr>
              <a:defRPr sz="1800"/>
            </a:pPr>
            <a:r>
              <a:rPr dirty="0"/>
              <a:t>📊 JSON Data - Complete analysis results in structured format</a:t>
            </a:r>
          </a:p>
          <a:p>
            <a:pPr>
              <a:defRPr sz="1800"/>
            </a:pPr>
            <a:r>
              <a:rPr dirty="0"/>
              <a:t>📋 Transformed CSV - Cleaned and transformed dataset for downstream use</a:t>
            </a:r>
          </a:p>
          <a:p>
            <a:pPr>
              <a:defRPr sz="1800"/>
            </a:pPr>
            <a:endParaRPr dirty="0"/>
          </a:p>
          <a:p>
            <a:pPr>
              <a:defRPr sz="1800"/>
            </a:pPr>
            <a:r>
              <a:rPr dirty="0"/>
              <a:t>Features:</a:t>
            </a:r>
          </a:p>
          <a:p>
            <a:pPr>
              <a:defRPr sz="1800"/>
            </a:pPr>
            <a:r>
              <a:rPr dirty="0"/>
              <a:t>• Custom export naming</a:t>
            </a:r>
          </a:p>
          <a:p>
            <a:pPr>
              <a:defRPr sz="1800"/>
            </a:pPr>
            <a:r>
              <a:rPr dirty="0"/>
              <a:t>• Timestamp-based organization</a:t>
            </a:r>
          </a:p>
          <a:p>
            <a:pPr>
              <a:defRPr sz="1800"/>
            </a:pPr>
            <a:r>
              <a:rPr dirty="0"/>
              <a:t>• Confidence scores and reasoning included</a:t>
            </a:r>
          </a:p>
          <a:p>
            <a:pPr>
              <a:defRPr sz="1800"/>
            </a:pPr>
            <a:r>
              <a:rPr dirty="0"/>
              <a:t>• Shareable with stakeholders</a:t>
            </a:r>
          </a:p>
          <a:p>
            <a:pPr>
              <a:defRPr sz="1800"/>
            </a:pPr>
            <a:r>
              <a:rPr dirty="0"/>
              <a:t>• API-ready JSON format</a:t>
            </a:r>
          </a:p>
          <a:p>
            <a:pPr>
              <a:defRPr sz="1800"/>
            </a:pPr>
            <a:r>
              <a:rPr dirty="0"/>
              <a:t>• Full dataset processing (not just samples)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Use Case: Titanic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400"/>
              </a:spcAft>
              <a:defRPr sz="1600"/>
            </a:pPr>
            <a:r>
              <a:rPr dirty="0"/>
              <a:t>1. Upload titanic_train.csv (891 rows, 12 columns)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2. Run 'Quick Analysis' workflow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3. Review results in tabbed interface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4. Navigate to 'Transform' tab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5. Click 'Select All High Priority' → 3 transformations selected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6. Preview combined transformations: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   • Sex becomes </a:t>
            </a:r>
            <a:r>
              <a:rPr dirty="0" err="1"/>
              <a:t>Sex_male</a:t>
            </a:r>
            <a:r>
              <a:rPr dirty="0"/>
              <a:t> &amp; </a:t>
            </a:r>
            <a:r>
              <a:rPr dirty="0" err="1"/>
              <a:t>Sex_female</a:t>
            </a:r>
            <a:r>
              <a:rPr dirty="0"/>
              <a:t> (one-hot encoding)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   • Missing Age values filled with median (28)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   • Cabin column removed (77% missing)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7. Apply 3 transformations to Full Dataset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8. Export transformed CSV</a:t>
            </a:r>
          </a:p>
          <a:p>
            <a:pPr>
              <a:spcAft>
                <a:spcPts val="400"/>
              </a:spcAft>
              <a:defRPr sz="1600"/>
            </a:pPr>
            <a:r>
              <a:rPr dirty="0"/>
              <a:t>9. Result: 891 rows, 13 columns - ML ready! 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defRPr sz="1800" b="1"/>
            </a:pPr>
            <a:r>
              <a:rPr dirty="0"/>
              <a:t>For Small Datasets (&lt; 10k rows)</a:t>
            </a:r>
          </a:p>
          <a:p>
            <a:pPr lvl="1">
              <a:defRPr sz="1400"/>
            </a:pPr>
            <a:r>
              <a:rPr dirty="0"/>
              <a:t>Use 'Quick Analysis' for complete overview</a:t>
            </a:r>
          </a:p>
          <a:p>
            <a:pPr lvl="1">
              <a:defRPr sz="1400"/>
            </a:pPr>
            <a:r>
              <a:rPr dirty="0"/>
              <a:t>All processing happens in-memory</a:t>
            </a:r>
          </a:p>
          <a:p>
            <a:pPr lvl="1">
              <a:defRPr sz="1400"/>
            </a:pPr>
            <a:r>
              <a:rPr dirty="0"/>
              <a:t>Fast execution (~2-5 minutes)</a:t>
            </a:r>
          </a:p>
          <a:p>
            <a:pPr>
              <a:defRPr sz="1800" b="1"/>
            </a:pPr>
            <a:r>
              <a:rPr dirty="0"/>
              <a:t>For Large Datasets (&gt; 100k rows)</a:t>
            </a:r>
          </a:p>
          <a:p>
            <a:pPr lvl="1">
              <a:defRPr sz="1400"/>
            </a:pPr>
            <a:r>
              <a:rPr dirty="0"/>
              <a:t>System automatically switches to </a:t>
            </a:r>
            <a:r>
              <a:rPr dirty="0" err="1"/>
              <a:t>DuckDB</a:t>
            </a:r>
            <a:r>
              <a:rPr dirty="0"/>
              <a:t> backend</a:t>
            </a:r>
          </a:p>
          <a:p>
            <a:pPr lvl="1">
              <a:defRPr sz="1400"/>
            </a:pPr>
            <a:r>
              <a:rPr dirty="0"/>
              <a:t>Intelligent sampling for visualization</a:t>
            </a:r>
          </a:p>
          <a:p>
            <a:pPr lvl="1">
              <a:defRPr sz="1400"/>
            </a:pPr>
            <a:r>
              <a:rPr dirty="0"/>
              <a:t>Enable progress tracking</a:t>
            </a:r>
          </a:p>
          <a:p>
            <a:pPr>
              <a:defRPr sz="1800" b="1"/>
            </a:pPr>
            <a:r>
              <a:rPr dirty="0"/>
              <a:t>For Production Use</a:t>
            </a:r>
          </a:p>
          <a:p>
            <a:pPr lvl="1">
              <a:defRPr sz="1400"/>
            </a:pPr>
            <a:r>
              <a:rPr dirty="0"/>
              <a:t>Run Deep Dive Workflow</a:t>
            </a:r>
          </a:p>
          <a:p>
            <a:pPr lvl="1">
              <a:defRPr sz="1400"/>
            </a:pPr>
            <a:r>
              <a:rPr dirty="0"/>
              <a:t>Export HTML reports for documentation</a:t>
            </a:r>
          </a:p>
          <a:p>
            <a:pPr lvl="1">
              <a:defRPr sz="1400"/>
            </a:pPr>
            <a:r>
              <a:rPr dirty="0"/>
              <a:t>Review confidence scores before acting</a:t>
            </a:r>
          </a:p>
          <a:p>
            <a:pPr lvl="1">
              <a:defRPr sz="1400"/>
            </a:pPr>
            <a:r>
              <a:rPr dirty="0"/>
              <a:t>Use transformed CSV for downstream processing</a:t>
            </a:r>
          </a:p>
          <a:p>
            <a:pPr>
              <a:defRPr sz="1800" b="1"/>
            </a:pPr>
            <a:r>
              <a:rPr dirty="0"/>
              <a:t>For ML Projects</a:t>
            </a:r>
          </a:p>
          <a:p>
            <a:pPr lvl="1">
              <a:defRPr sz="1400"/>
            </a:pPr>
            <a:r>
              <a:rPr dirty="0"/>
              <a:t>Use ML Preparation workflow</a:t>
            </a:r>
          </a:p>
          <a:p>
            <a:pPr lvl="1">
              <a:defRPr sz="1400"/>
            </a:pPr>
            <a:r>
              <a:rPr dirty="0"/>
              <a:t>Review </a:t>
            </a:r>
            <a:r>
              <a:rPr dirty="0" err="1"/>
              <a:t>FeatureAgent</a:t>
            </a:r>
            <a:r>
              <a:rPr dirty="0"/>
              <a:t> recommendations</a:t>
            </a:r>
          </a:p>
          <a:p>
            <a:pPr lvl="1">
              <a:defRPr sz="1400"/>
            </a:pPr>
            <a:r>
              <a:rPr dirty="0"/>
              <a:t>Check </a:t>
            </a:r>
            <a:r>
              <a:rPr dirty="0" err="1"/>
              <a:t>StatAgent</a:t>
            </a:r>
            <a:r>
              <a:rPr dirty="0"/>
              <a:t> for distribution assumptions</a:t>
            </a:r>
          </a:p>
          <a:p>
            <a:pPr lvl="1">
              <a:defRPr sz="1400"/>
            </a:pPr>
            <a:r>
              <a:rPr dirty="0"/>
              <a:t>Apply and export transformations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 b="1"/>
            </a:pPr>
            <a:r>
              <a:rPr dirty="0"/>
              <a:t>Planned Enhancements:</a:t>
            </a:r>
          </a:p>
          <a:p>
            <a:pPr>
              <a:defRPr sz="1800"/>
            </a:pPr>
            <a:r>
              <a:rPr dirty="0"/>
              <a:t>Additional agent types (time series, text analysis)</a:t>
            </a:r>
          </a:p>
          <a:p>
            <a:pPr>
              <a:defRPr sz="1800"/>
            </a:pPr>
            <a:r>
              <a:rPr dirty="0"/>
              <a:t>More export formats (PDF, Excel workbooks)</a:t>
            </a:r>
          </a:p>
          <a:p>
            <a:pPr>
              <a:defRPr sz="1800"/>
            </a:pPr>
            <a:r>
              <a:rPr dirty="0"/>
              <a:t>Advanced visualizations (3D plots, interactive dashboards)</a:t>
            </a:r>
          </a:p>
          <a:p>
            <a:pPr>
              <a:defRPr sz="1800"/>
            </a:pPr>
            <a:r>
              <a:rPr dirty="0"/>
              <a:t>Performance optimizations for very large datasets</a:t>
            </a:r>
          </a:p>
          <a:p>
            <a:pPr>
              <a:defRPr sz="1800"/>
            </a:pPr>
            <a:r>
              <a:rPr dirty="0"/>
              <a:t>Custom workflow builder UI</a:t>
            </a:r>
          </a:p>
          <a:p>
            <a:pPr>
              <a:defRPr sz="1800"/>
            </a:pPr>
            <a:r>
              <a:rPr dirty="0"/>
              <a:t>Cloud deployment options</a:t>
            </a:r>
          </a:p>
          <a:p>
            <a:pPr>
              <a:defRPr sz="1800"/>
            </a:pPr>
            <a:r>
              <a:rPr dirty="0"/>
              <a:t>API endpoints for programmatic access</a:t>
            </a:r>
          </a:p>
          <a:p>
            <a:pPr>
              <a:defRPr sz="1800"/>
            </a:pPr>
            <a:r>
              <a:rPr dirty="0"/>
              <a:t>Integration with popular ML platforms</a:t>
            </a:r>
          </a:p>
          <a:p>
            <a:pPr>
              <a:defRPr sz="1800"/>
            </a:pPr>
            <a:r>
              <a:rPr dirty="0"/>
              <a:t>Collaborative features (team workspaces)</a:t>
            </a:r>
          </a:p>
          <a:p>
            <a:pPr>
              <a:defRPr sz="1800"/>
            </a:pPr>
            <a:r>
              <a:rPr dirty="0"/>
              <a:t>Scheduled/automated analysis runs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400" b="1"/>
            </a:pPr>
            <a:r>
              <a:rPr dirty="0"/>
              <a:t>Key Takeaways: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Production-ready EDA pipeline with AI-powered agents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Comprehensive analysis with 6 specialized agents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Human-in-the-loop control with approval gates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Flexible workflows for different use cases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Excel and CSV support with intelligent scaling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Complete export capabilities for sharing and downstream use</a:t>
            </a:r>
          </a:p>
          <a:p>
            <a:pPr>
              <a:spcAft>
                <a:spcPts val="800"/>
              </a:spcAft>
              <a:defRPr sz="1800"/>
            </a:pPr>
            <a:r>
              <a:rPr dirty="0"/>
              <a:t>✓ Explainable AI with confidence scores and reasoning</a:t>
            </a:r>
          </a:p>
          <a:p>
            <a:pPr>
              <a:spcAft>
                <a:spcPts val="800"/>
              </a:spcAft>
              <a:defRPr sz="1800"/>
            </a:pPr>
            <a:endParaRPr dirty="0"/>
          </a:p>
          <a:p>
            <a:pPr>
              <a:spcAft>
                <a:spcPts val="800"/>
              </a:spcAft>
              <a:defRPr sz="1800"/>
            </a:pPr>
            <a:r>
              <a:rPr dirty="0"/>
              <a:t>🚀 Ready to accelerate your data analysis workflow!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5400" b="1">
                <a:solidFill>
                  <a:srgbClr val="1F77B4"/>
                </a:solidFill>
              </a:defRPr>
            </a:pPr>
            <a:r>
              <a:t>Thank You!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6576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 algn="ctr">
              <a:defRPr sz="2400"/>
            </a:pPr>
            <a:r>
              <a:t>Questions?</a:t>
            </a:r>
            <a:br/>
            <a:br/>
            <a:r>
              <a:t>EDA Pipeline - Version 3.3</a:t>
            </a:r>
            <a:br/>
            <a:r>
              <a:t>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1078</Words>
  <Application>Microsoft Office PowerPoint</Application>
  <PresentationFormat>On-screen Show (4:3)</PresentationFormat>
  <Paragraphs>191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EDA Pipeline with Agentic Workflow</vt:lpstr>
      <vt:lpstr>Agenda</vt:lpstr>
      <vt:lpstr>Project Overview</vt:lpstr>
      <vt:lpstr>Key Features</vt:lpstr>
      <vt:lpstr>System Architecture</vt:lpstr>
      <vt:lpstr>6 Specialized Agents</vt:lpstr>
      <vt:lpstr>ProfileAgent - Dataset Profiling</vt:lpstr>
      <vt:lpstr>QualityAgent - Data Quality Assessment</vt:lpstr>
      <vt:lpstr>TransformAgent - Data Transformation</vt:lpstr>
      <vt:lpstr>Human-in-the-Loop Approval Gates</vt:lpstr>
      <vt:lpstr>Available Workflows</vt:lpstr>
      <vt:lpstr>Technology Stack</vt:lpstr>
      <vt:lpstr>Export Capabilities</vt:lpstr>
      <vt:lpstr>Example Use Case: Titanic Dataset</vt:lpstr>
      <vt:lpstr>Best Practices</vt:lpstr>
      <vt:lpstr>Future Roadmap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Triloki Gupta</cp:lastModifiedBy>
  <cp:revision>6</cp:revision>
  <dcterms:created xsi:type="dcterms:W3CDTF">2013-01-27T09:14:16Z</dcterms:created>
  <dcterms:modified xsi:type="dcterms:W3CDTF">2026-07-22T13:22:32Z</dcterms:modified>
  <cp:category/>
</cp:coreProperties>
</file>